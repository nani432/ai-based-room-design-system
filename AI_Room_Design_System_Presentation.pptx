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Room Design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Using AI &amp; Web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Designing room interiors manually is time-consuming and costly.</a:t>
            </a:r>
          </a:p>
          <a:p>
            <a:r>
              <a:t>Users need automated and smart design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develop an AI system that generates room designs</a:t>
            </a:r>
          </a:p>
          <a:p>
            <a:r>
              <a:t>based on room images and user preferences.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Angular</a:t>
            </a:r>
          </a:p>
          <a:p>
            <a:r>
              <a:t>Backend: Node.js, Express.js</a:t>
            </a:r>
          </a:p>
          <a:p>
            <a:r>
              <a:t>AI: TensorFlow.js</a:t>
            </a:r>
          </a:p>
          <a:p>
            <a:r>
              <a:t>Database: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Image → Detect Objects → User Input / Auto Design → Generate Designs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TensorFlow.js with YOLO / COCO-SSD</a:t>
            </a:r>
          </a:p>
          <a:p>
            <a:r>
              <a:t>Detects furniture and room objects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and Generative AI</a:t>
            </a:r>
          </a:p>
          <a:p>
            <a:r>
              <a:t>Creates multiple design variations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MongoDB stores approved designs</a:t>
            </a:r>
          </a:p>
          <a:p>
            <a:r>
              <a:t>Improves future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&amp; cost-effective</a:t>
            </a:r>
          </a:p>
          <a:p>
            <a:r>
              <a:t>Personalized designs</a:t>
            </a:r>
          </a:p>
          <a:p>
            <a:r>
              <a:t>User-friendly</a:t>
            </a:r>
          </a:p>
          <a:p>
            <a:r>
              <a:t>Scalable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Interior design</a:t>
            </a:r>
          </a:p>
          <a:p>
            <a:r>
              <a:t>Real estate visualization</a:t>
            </a:r>
          </a:p>
          <a:p>
            <a:r>
              <a:t>Smart home planning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3D visualization</a:t>
            </a:r>
          </a:p>
          <a:p>
            <a:r>
              <a:t>AR/VR integration</a:t>
            </a:r>
          </a:p>
          <a:p>
            <a:r>
              <a:t>Advanced AI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simplifies interior design</a:t>
            </a:r>
          </a:p>
          <a:p>
            <a:r>
              <a:t>Provides smart and customized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